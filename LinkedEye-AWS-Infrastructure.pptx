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LinkedEye — AWS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EKS Hybrid Architecture &amp; Deployment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FinSpot Technology Solutions  |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AWS Account: 654697417727  |  Region: ap-south-1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AWS Cloud (ap-south-1)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EKS Cluster: linkedeye-finspot-k8s-cluster (K8s v1.34)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Control Plane: AWS-managed ($73/mo)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Node Group: le-mgmt-tools-ng-v3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  • 2x m5.xlarge (AL2023, K8s v1.34)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  • All management tools deployed here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VPC: 10.15.0.0/16 (6 subnets)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ALB: linkedeye-tools-alb (2 EIPs)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Security: WAF, GuardDuty, KMS, VPC Flow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</a:defRPr>
            </a:pPr>
            <a:r>
              <a:t>On-Prem Hybrid Nodes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2 nodes registered via SSM Hybrid Activation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Node 1: 192.168.100.72 (v1.31)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Node 2: 172.16.0.62 (v1.34)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Connection: Outbound HTTPS to EKS API</a:t>
            </a:r>
          </a:p>
          <a:p>
            <a:pPr>
              <a:spcBef>
                <a:spcPts val="400"/>
              </a:spcBef>
              <a:defRPr sz="1400" b="0">
                <a:solidFill>
                  <a:srgbClr val="00C853"/>
                </a:solidFill>
              </a:defRPr>
            </a:pPr>
            <a:r>
              <a:t>No VPN required</a:t>
            </a:r>
          </a:p>
          <a:p>
            <a:pPr>
              <a:spcBef>
                <a:spcPts val="400"/>
              </a:spcBef>
              <a:defRPr sz="1000" b="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00C853"/>
                </a:solidFill>
              </a:defRPr>
            </a:pPr>
            <a:r>
              <a:t>Client data stays on-prem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AWS provides orchestration only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Billing: $0.005/vCPU-hr (~$58/mo)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Deployed Tools — All Running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Jenkins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le-jenkins.finspot.in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CI/CD Pipeline  |  Port: 30080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17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ArgoCD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le-argocd.finspot.in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GitOps Deploy  |  Port: 30082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4/4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Harbor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le-harbor.finspot.in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Container Registry  |  Port: 30083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204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5/5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Keycloak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le-keycloak.finspot.in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SSO / Identity  |  Port: 30081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572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1/1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5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440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le-vault.finspot.in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Secrets Mgmt  |  Port: 30200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6235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1/1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MinIO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le-minio.finspot.in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Object Storage  |  Port: 31114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1417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1/1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24028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(internal)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060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Database  |  Port: 5432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1/1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29183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Prometheus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(internal :9090)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Monitoring  |  Port: 9090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35204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</a:defRPr>
            </a:pPr>
            <a:r>
              <a:t>7/7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34340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Grafana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(internal :30090)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7091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Dashboards  |  Port: 30090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Traffic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Tool Access Flow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Browser  →  Cloudflare (SSL/HTTPS)  →  ALB (host-based routing)  →  EKS NodePort  →  Pod</a:t>
            </a:r>
          </a:p>
          <a:p>
            <a:pPr>
              <a:spcBef>
                <a:spcPts val="400"/>
              </a:spcBef>
              <a:defRPr sz="800" b="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00D2FF"/>
                </a:solidFill>
              </a:defRPr>
            </a:pPr>
            <a:r>
              <a:t>CI/CD Pipeline Flow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Developer git push  →  Jenkins (build + test)  →  Harbor (push image)  →  ArgoCD (deploy)  →  EKS namespace</a:t>
            </a:r>
          </a:p>
          <a:p>
            <a:pPr>
              <a:spcBef>
                <a:spcPts val="400"/>
              </a:spcBef>
              <a:defRPr sz="800" b="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00D2FF"/>
                </a:solidFill>
              </a:defRPr>
            </a:pPr>
            <a:r>
              <a:t>Hybrid Node Flow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On-prem server  →  SSM Agent registers  →  nodeadm joins EKS  →  kubelet heartbeat (outbound HTTPS 443)</a:t>
            </a:r>
          </a:p>
          <a:p>
            <a:pPr>
              <a:spcBef>
                <a:spcPts val="400"/>
              </a:spcBef>
              <a:defRPr sz="1400" b="0">
                <a:solidFill>
                  <a:srgbClr val="00C853"/>
                </a:solidFill>
              </a:defRPr>
            </a:pPr>
            <a:r>
              <a:t>No VPN, No SSH, No inbound rules needed — only outbound HTTPS</a:t>
            </a:r>
          </a:p>
          <a:p>
            <a:pPr>
              <a:spcBef>
                <a:spcPts val="400"/>
              </a:spcBef>
              <a:defRPr sz="800" b="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00D2FF"/>
                </a:solidFill>
              </a:defRPr>
            </a:pPr>
            <a:r>
              <a:t>Monitoring Flow</a:t>
            </a:r>
          </a:p>
          <a:p>
            <a:pPr>
              <a:spcBef>
                <a:spcPts val="400"/>
              </a:spcBef>
              <a:defRPr sz="1600" b="0">
                <a:solidFill>
                  <a:srgbClr val="FFFFFF"/>
                </a:solidFill>
              </a:defRPr>
            </a:pPr>
            <a:r>
              <a:t>Prometheus (scrape pods)  →  Alert rules  →  Alertmanager  →  StackStorm webhook (st2api:9101)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Grafana: NodePort 30090 | Retention: 30 days, 50Gi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Cost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444"/>
                </a:solidFill>
              </a:defRPr>
            </a:pPr>
            <a:r>
              <a:t>March 2026 (Actual)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Total: $922.78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EC2 Compute: $344  |  EKS Extended Support: $230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Tax (GST): $141  |  EBS: $57  |  Other: $151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Daily rate: $31/day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</a:defRPr>
            </a:pPr>
            <a:r>
              <a:t>April 2026 (Projected)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Total: ~$588/mo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EC2: $280  |  EKS: $73  |  Hybrid: $58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Tax: $90  |  EBS: $40  |  Other: $47</a:t>
            </a:r>
          </a:p>
          <a:p>
            <a:pPr>
              <a:spcBef>
                <a:spcPts val="400"/>
              </a:spcBef>
              <a:defRPr sz="1400" b="0">
                <a:solidFill>
                  <a:srgbClr val="00C853"/>
                </a:solidFill>
              </a:defRPr>
            </a:pPr>
            <a:r>
              <a:t>Daily rate: ~$20/day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11247120" cy="25603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Optimizations Applied (2026-03-30)</a:t>
            </a:r>
          </a:p>
          <a:p>
            <a:pPr>
              <a:spcBef>
                <a:spcPts val="400"/>
              </a:spcBef>
              <a:defRPr sz="1600" b="0">
                <a:solidFill>
                  <a:srgbClr val="00C853"/>
                </a:solidFill>
              </a:defRPr>
            </a:pPr>
            <a:r>
              <a:t>✓ EKS v1.31 → v1.34 upgrade (exit extended support)          Saving: $365/mo</a:t>
            </a:r>
          </a:p>
          <a:p>
            <a:pPr>
              <a:spcBef>
                <a:spcPts val="400"/>
              </a:spcBef>
              <a:defRPr sz="1600" b="0">
                <a:solidFill>
                  <a:srgbClr val="00C853"/>
                </a:solidFill>
              </a:defRPr>
            </a:pPr>
            <a:r>
              <a:t>✓ CloudWatch EKS logging disabled                              Saving: $7/mo</a:t>
            </a:r>
          </a:p>
          <a:p>
            <a:pPr>
              <a:spcBef>
                <a:spcPts val="400"/>
              </a:spcBef>
              <a:defRPr sz="1600" b="0">
                <a:solidFill>
                  <a:srgbClr val="00C853"/>
                </a:solidFill>
              </a:defRPr>
            </a:pPr>
            <a:r>
              <a:t>✓ le-jenkins-ng deleted, merged into single node group         Saving: cleanup</a:t>
            </a:r>
          </a:p>
          <a:p>
            <a:pPr>
              <a:spcBef>
                <a:spcPts val="400"/>
              </a:spcBef>
              <a:defRPr sz="1600" b="0">
                <a:solidFill>
                  <a:srgbClr val="00C853"/>
                </a:solidFill>
              </a:defRPr>
            </a:pPr>
            <a:r>
              <a:t>✓ Node group upgraded: AL2 → AL2023 (K8s v1.34 support)</a:t>
            </a:r>
          </a:p>
          <a:p>
            <a:pPr>
              <a:spcBef>
                <a:spcPts val="400"/>
              </a:spcBef>
              <a:defRPr sz="1800" b="1">
                <a:solidFill>
                  <a:srgbClr val="00C853"/>
                </a:solidFill>
              </a:defRPr>
            </a:pPr>
            <a:r>
              <a:t>Total saving: ~$335/mo (36% reduction)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AWS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VPC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vpc-01d43b65392eb7364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10.15.0.0/16, 6 subnets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3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EKS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linkedeye-finspot-k8s-cluster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v1.34, logging disabled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Node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le-mgmt-tools-ng-v3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2x m5.xlarge, AL2023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5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ALB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linkedeye-tools-alb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2 EIPs, 27 rules, sticky 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WAF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5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linkedeye-waf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5215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4 rules: CommonRuleSet, SQLi, RateLimit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9728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GuardDuty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fa47792e40684b45bfa76c1b4a1a48a4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45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Threat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14883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 keys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97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EKS, Vault, EBS encryption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20040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204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velero-backups, audit-logs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749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Backup &amp;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251959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VPC Flow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72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/aws/vpc/flowlogs/linkedeye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90-day retention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303520"/>
            <a:ext cx="53035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IAM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2355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7 roles + LinkedEye-DevOps-Extra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85215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SSM, ECR, EC2-Connect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Tool Credentials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Username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Password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Jenkins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le-jenkins.finspot.in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Admin@FinSpot2025!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9456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ArgoCD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le-argocd.finspot.in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Admin@FinSpot2025!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Harbor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le-harbor.finspot.in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HarborFinSpot2025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39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37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Keycloak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337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le-keycloak.finspot.in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337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KeycloakFinSpot2025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le-vault.finspot.in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Token: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hvs.50APiRfpI7Y...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8912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MinIO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le-minio.finspot.in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minioadmin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Minio@FinSpot2025!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937759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983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983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&lt;node-ip&gt;:30090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983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83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LinkedEye@Grafana2026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486400"/>
            <a:ext cx="11247120" cy="457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ClusterIP :5432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linkedeye_admin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LinkedEye@DB2026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Node Access &amp; Connectivity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SSH via SSM Session Manager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aws ssm start-session --target i-0ac45bcd362063c2f   # EKS Node 1 (Jenkins)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aws ssm start-session --target i-04e7a47fcf62769ed   # EKS Node 2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aws ssm start-session --target mi-071e737d121051583  # Hybrid Node (192.168.100.72)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aws ssm start-session --target mi-0e0c4253be3fb4d14  # Hybrid Node (172.16.0.62)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Adding New On-Prem Hybrid Worker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1. Create SSM Hybrid Activation (AWS side)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2. On the on-prem server: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t>   sudo nodeadm install 1.34 --credential-provider ssm --region ap-south-1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t>   sudo nodeadm init --config-source file:///etc/eks/nodeadm-config.yaml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3. Label: kubectl label node &lt;name&gt; client=&lt;name&gt; environment=prod</a:t>
            </a:r>
          </a:p>
          <a:p>
            <a:pPr>
              <a:spcBef>
                <a:spcPts val="400"/>
              </a:spcBef>
              <a:defRPr sz="1500" b="1">
                <a:solidFill>
                  <a:srgbClr val="00C853"/>
                </a:solidFill>
              </a:defRPr>
            </a:pPr>
            <a:r>
              <a:t>Only requirement: outbound HTTPS 443. No VPN, no inbound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75488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53"/>
                </a:solidFill>
              </a:defRPr>
            </a:pPr>
            <a:r>
              <a:t>What's Done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EKS v1.34 cluster (AL2023 nodes)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8 management tools deployed &amp; accessible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2 on-prem hybrid nodes registered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ALB + Cloudflare DNS routing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Monitoring: Prometheus + Grafana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Security: WAF, GuardDuty, KMS, Flow Logs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Cost optimized: $922 → $588/mo (36% saved)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✓ All manifests in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475488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GitHub &amp; Contacts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Repo: github.com/aws-migration-le/aws-le-migration</a:t>
            </a:r>
          </a:p>
          <a:p>
            <a:pPr>
              <a:spcBef>
                <a:spcPts val="400"/>
              </a:spcBef>
              <a:defRPr sz="800" b="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CTO: Rajkumar Madhu (+91-917-677-2077)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Ops: Hoysala Bise (+91-998-014-6101)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Network: Siva K (+91-960-368-3828)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DBA: Rajkumar A (+91-975-189-2775)</a:t>
            </a:r>
          </a:p>
          <a:p>
            <a:pPr>
              <a:spcBef>
                <a:spcPts val="400"/>
              </a:spcBef>
              <a:defRPr sz="800" b="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00C853"/>
                </a:solidFill>
              </a:defRPr>
            </a:pPr>
            <a:r>
              <a:t>Monthly Cost: ~$588 ($20/day)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